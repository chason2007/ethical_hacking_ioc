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rPr dirty="0"/>
              <a:t>Packet Analysis of</a:t>
            </a:r>
            <a:br>
              <a:rPr dirty="0"/>
            </a:br>
            <a:r>
              <a:rPr dirty="0"/>
              <a:t>Common Network Protocols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937760"/>
            <a:ext cx="3200400" cy="109728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rPr dirty="0"/>
              <a:t>COURSE</a:t>
            </a:r>
          </a:p>
          <a:p>
            <a:pPr algn="ctr">
              <a:defRPr sz="1300" b="1">
                <a:solidFill>
                  <a:srgbClr val="F8FAFC"/>
                </a:solidFill>
              </a:defRPr>
            </a:pPr>
            <a:r>
              <a:rPr dirty="0"/>
              <a:t>Ethical Hacking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4937760"/>
            <a:ext cx="3200400" cy="109728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rPr dirty="0"/>
              <a:t>MODE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rPr dirty="0"/>
              <a:t>Strictly Defensive &amp; Passive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937760"/>
            <a:ext cx="3200400" cy="109728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rPr lang="en-GB" dirty="0"/>
              <a:t>TEAM BBC</a:t>
            </a:r>
            <a:endParaRPr dirty="0"/>
          </a:p>
          <a:p>
            <a:pPr algn="ctr">
              <a:defRPr sz="1300" b="1">
                <a:solidFill>
                  <a:srgbClr val="F8FAFC"/>
                </a:solidFill>
              </a:defRPr>
            </a:pPr>
            <a:r>
              <a:rPr lang="en-GB" dirty="0" err="1"/>
              <a:t>Besita</a:t>
            </a:r>
            <a:r>
              <a:rPr lang="en-GB" dirty="0"/>
              <a:t>, </a:t>
            </a:r>
            <a:r>
              <a:rPr lang="en-GB" dirty="0" err="1"/>
              <a:t>Baraneetharan</a:t>
            </a:r>
            <a:r>
              <a:rPr lang="en-GB" dirty="0"/>
              <a:t> &amp; Chason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Core Mission: Ingest. Decode. Defend.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06B6D4"/>
                </a:solidFill>
              </a:defRPr>
            </a:pPr>
            <a:r>
              <a:rPr dirty="0"/>
              <a:t>01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rPr dirty="0"/>
              <a:t>INGEST</a:t>
            </a:r>
          </a:p>
          <a:p>
            <a:br>
              <a:rPr dirty="0"/>
            </a:br>
            <a:r>
              <a:rPr dirty="0"/>
              <a:t>Drop any .</a:t>
            </a:r>
            <a:r>
              <a:rPr dirty="0" err="1"/>
              <a:t>pcap</a:t>
            </a:r>
            <a:r>
              <a:rPr dirty="0"/>
              <a:t> or .</a:t>
            </a:r>
            <a:r>
              <a:rPr dirty="0" err="1"/>
              <a:t>pcapng</a:t>
            </a:r>
            <a:r>
              <a:rPr dirty="0"/>
              <a:t> file up to 500MB, or load the demo.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02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DECODE</a:t>
            </a:r>
          </a:p>
          <a:p>
            <a:br/>
            <a:r>
              <a:t>Automatically unpack every layer from Ethernet to IP, TCP, DNS, and 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03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DEFEND</a:t>
            </a:r>
          </a:p>
          <a:p>
            <a:br/>
            <a:r>
              <a:t>Spot port scans, SYN floods, cleartext passwords, and DNS anomalies in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How It Works: Clean 4-Stage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2468880" cy="34747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STEP 1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Upload Capture</a:t>
            </a:r>
          </a:p>
          <a:p>
            <a:br/>
            <a:r>
              <a:t>Accepts standard .pcap / .pcapng files up to 500MB.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4747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STEP 2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Multi-Layer Parser</a:t>
            </a:r>
          </a:p>
          <a:p>
            <a:br/>
            <a:r>
              <a:t>Dissects Ethernet, IP, TCP, UDP, ICMP, DNS &amp; 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2468880" cy="34747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STEP 3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Rule-Based Defense</a:t>
            </a:r>
          </a:p>
          <a:p>
            <a:br/>
            <a:r>
              <a:t>Evaluates 8 heuristic checks for scans and leaks.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011680"/>
            <a:ext cx="2468880" cy="34747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rPr dirty="0"/>
              <a:t>STEP 4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rPr dirty="0"/>
              <a:t>Interactive UI</a:t>
            </a:r>
          </a:p>
          <a:p>
            <a:br>
              <a:rPr dirty="0"/>
            </a:br>
            <a:r>
              <a:rPr dirty="0"/>
              <a:t>Live charts, Wireshark grid, and PDF reports.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rPr dirty="0"/>
              <a:t>Protocol Coverage (L2 to L7)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515600" cy="9601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L7 Application   •   DNS, HTTP, TLS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Domain queries, cleartext URLs/methods, and TLS SNI domain handshakes.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9601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L4 Transport   •   TCP, UDP, ICMP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3-way handshakes, all 6 TCP flags (SYN, ACK, RST), and ICMP ping echoes.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10515600" cy="9601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L3 Network   •   IPv4, IPv6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Source/Destination addresses, TTL hop limits, and Private vs Public IP tags.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166360"/>
            <a:ext cx="10515600" cy="96012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L2 Data Link   •   Ethernet II, ARP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Physical MAC addresses, EtherType frame IDs, and ARP address resolution.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What You See &amp; Do in the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6B6D4"/>
                </a:solidFill>
              </a:defRPr>
            </a:pPr>
            <a:r>
              <a:t>📊 Operations Dashboard</a:t>
            </a:r>
          </a:p>
          <a:p>
            <a:br/>
            <a:r>
              <a:t>High-level overview: total packets, bytes, unique IPs, protocol doughnut chart, and MTU packet size histogram.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🔍 Packet Explorer &amp; Inspector</a:t>
            </a:r>
          </a:p>
          <a:p>
            <a:br/>
            <a:r>
              <a:t>Wireshark-style sortable table with instant search, protocol filters, collapsible layer tree, and hex dump.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💬 5-Tuple Conversations</a:t>
            </a:r>
          </a:p>
          <a:p>
            <a:br/>
            <a:r>
              <a:t>Tracks bidirectional communication pairs (Host A &lt;-&gt; Host B), bytes transferred, and session durations.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🌐 Endpoints &amp; Port Mapping</a:t>
            </a:r>
          </a:p>
          <a:p>
            <a:br/>
            <a:r>
              <a:t>Host directory showing top talkers, plus destination ports mapped to recognized services (443-&gt;HTTPS, 53-&gt;DNS).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Defensive Security Engine: What We 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HIGH SEVERITY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🔍 Port Scans</a:t>
            </a:r>
          </a:p>
          <a:p>
            <a:br/>
            <a:r>
              <a:t>Flags single hosts probing multiple ports within short time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HIGH SEVERITY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⚠️ SYN Half-Open Floods</a:t>
            </a:r>
          </a:p>
          <a:p>
            <a:br/>
            <a:r>
              <a:t>Identifies abnormal bursts of SYN packets with no completed handshakes.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MEDIUM SEVERITY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🕵️ DNS Tunneling Indicators</a:t>
            </a:r>
          </a:p>
          <a:p>
            <a:br/>
            <a:r>
              <a:t>Catches unusually long domain queries (&gt;45 chars) or high entropy names.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HIGH SEVERITY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🔓 Cleartext Password Leaks</a:t>
            </a:r>
          </a:p>
          <a:p>
            <a:br/>
            <a:r>
              <a:t>Flags unencrypted HTTP forms sending authentication credentials in the clear.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System Architecture: Fast, Simple &amp; 100% Local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06B6D4"/>
                </a:solidFill>
              </a:defRPr>
            </a:pPr>
            <a:r>
              <a:t>FRONTEND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React 19 + Vite</a:t>
            </a:r>
          </a:p>
          <a:p>
            <a:br/>
            <a:r>
              <a:t>Modern cybersecurity dark theme using Tailwind CSS and Lucide icons.</a:t>
            </a:r>
            <a:br/>
            <a:br/>
            <a:r>
              <a:t>• Sub-millisecond queries</a:t>
            </a:r>
            <a:br/>
            <a:r>
              <a:t>• 500MB upload support</a:t>
            </a:r>
            <a:br/>
            <a:r>
              <a:t>• Zero complex dependencies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BACKEND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Python FastAPI</a:t>
            </a:r>
          </a:p>
          <a:p>
            <a:br/>
            <a:r>
              <a:t>Streaming packet parser using Scapy with asynchronous REST APIs.</a:t>
            </a:r>
            <a:br/>
            <a:br/>
            <a:r>
              <a:t>• Sub-millisecond queries</a:t>
            </a:r>
            <a:br/>
            <a:r>
              <a:t>• 500MB upload support</a:t>
            </a:r>
            <a:br/>
            <a:r>
              <a:t>• Zero complex dependencies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291840" cy="411480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DATABASE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Local SQLite</a:t>
            </a:r>
          </a:p>
          <a:p>
            <a:br/>
            <a:r>
              <a:t>Zero Docker needed. All capture data stored locally in network_analysis.db.</a:t>
            </a:r>
            <a:br/>
            <a:br/>
            <a:r>
              <a:t>• Sub-millisecond queries</a:t>
            </a:r>
            <a:br/>
            <a:r>
              <a:t>• 500MB upload support</a:t>
            </a:r>
            <a:br/>
            <a:r>
              <a:t>• Zero complex 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NETWORK PROTOCOL INSPECTOR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Ready for Review: All Deliverables Included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6B6D4"/>
                </a:solidFill>
              </a:defRPr>
            </a:pPr>
            <a:r>
              <a:t>📄 1-Click PDF Report</a:t>
            </a:r>
          </a:p>
          <a:p>
            <a:br/>
            <a:r>
              <a:t>Exports an executive audit report with capture stats and security findings ready for submission.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🎓 Viva Cheat Sheet</a:t>
            </a:r>
          </a:p>
          <a:p>
            <a:br/>
            <a:r>
              <a:t>Interactive TCP 3-way handshake diagram and 15+ curated viva exam questions with answers.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🧪 8/8 Automated Tests</a:t>
            </a:r>
          </a:p>
          <a:p>
            <a:br/>
            <a:r>
              <a:t>Comprehensive test suite covering endpoints, Scapy parsing, and security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120640" cy="1920240"/>
          </a:xfrm>
          <a:prstGeom prst="roundRect">
            <a:avLst/>
          </a:prstGeom>
          <a:solidFill>
            <a:srgbClr val="151E32"/>
          </a:solidFill>
          <a:ln>
            <a:solidFill>
              <a:srgbClr val="26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⚡ 1-Click Demo</a:t>
            </a:r>
          </a:p>
          <a:p>
            <a:br/>
            <a:r>
              <a:t>Pre-packaged multi-protocol capture with realistic scan patterns to test instantly.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654</Words>
  <Application>Microsoft Office PowerPoint</Application>
  <PresentationFormat>Widescreen</PresentationFormat>
  <Paragraphs>86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Chason Hurtis</cp:lastModifiedBy>
  <cp:revision>2</cp:revision>
  <dcterms:created xsi:type="dcterms:W3CDTF">2013-01-27T09:14:16Z</dcterms:created>
  <dcterms:modified xsi:type="dcterms:W3CDTF">2026-10-08T03:11:25Z</dcterms:modified>
  <cp:category/>
</cp:coreProperties>
</file>