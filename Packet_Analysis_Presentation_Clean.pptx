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1097280" cy="7315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DEFENSIVE CYBERSECURITY &amp; TRAFFIC ANALYSIS</a:t>
            </a:r>
          </a:p>
          <a:p>
            <a:pPr>
              <a:defRPr sz="3800" b="1">
                <a:solidFill>
                  <a:srgbClr val="F8FAFC"/>
                </a:solidFill>
              </a:defRPr>
            </a:pPr>
            <a:r>
              <a:t>Packet Analysis of</a:t>
            </a:r>
            <a:br/>
            <a:r>
              <a:t>Common Network Protocols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A simple, web-based platform to dissect packets, visualize traffic, and spot anomalies.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937760"/>
            <a:ext cx="3200400" cy="109728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COURSE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Ethical Hacking / Network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937760"/>
            <a:ext cx="3200400" cy="109728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MODE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Strictly Defensive &amp; Passive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937760"/>
            <a:ext cx="3200400" cy="109728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SETUP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100% Local (Zero Docker)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Core Mission: Ingest. Decode. Defend.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411480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INGEST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Drop any .pcap or .pcapng file up to 500MB, or load the instant 1-click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DECODE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Automatically unpack every layer from Ethernet to IP, TCP, DNS, and TLS.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291840" cy="411480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DEFEND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Spot port scans, SYN floods, cleartext passwords, and DNS anomalies in seconds.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How It Works: Clean 4-Stage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468880" cy="34747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1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Upload Capture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Accepts standard .pcap / .pcapng files up to 500MB.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34747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2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Multi-Layer Parser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Dissects Ethernet, IP, TCP, UDP, ICMP, DNS &amp; TLS.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468880" cy="34747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Rule-Based Defense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Evaluates 8 heuristic checks for scans and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011680"/>
            <a:ext cx="2468880" cy="34747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4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Interactive UI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Live charts, Wireshark grid, and 1-click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Full-Stack Protocol Coverage (L2 to L7)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515600" cy="9601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L7 Application   •   DNS, HTTP, TLS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Domain queries, cleartext URLs/methods, and TLS SNI domain handshakes.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9601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L4 Transport   •   TCP, UDP, ICMP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3-way handshakes, all 6 TCP flags (SYN, ACK, RST), and ICMP ping echoes.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515600" cy="9601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L3 Network   •   IPv4, IPv6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Source/Destination addresses, TTL hop limits, and Private vs Public IP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10515600" cy="96012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L2 Data Link   •   Ethernet II, ARP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Physical MAC addresses, EtherType frame IDs, and ARP address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What You See &amp; Do in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📊 Operations Dashboard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High-level overview: total packets, bytes, unique IPs, protocol doughnut chart, and MTU packet size histogram.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🔍 Packet Explorer &amp; Inspector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Wireshark-style sortable table with instant search, protocol filters, collapsible layer tree, and hex dump.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💬 5-Tuple Conversations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Tracks bidirectional communication pairs (Host A &lt;-&gt; Host B), bytes transferred, and session durations.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🌐 Endpoints &amp; Port Mapping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Host directory showing top talkers, plus destination ports mapped to recognized services (443-&gt;HTTPS, 53-&gt;DNS).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Defensive Security Engine: What We Detect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HIGH SEVERITY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🔍 Port Scans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Flags single hosts probing multiple ports within short time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HIGH SEVERITY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⚠️ SYN Half-Open Floods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Identifies abnormal bursts of SYN packets with no completed handshakes.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MEDIUM SEVERITY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🕵️ DNS Tunneling Indicators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Catches unusually long domain queries (&gt;45 chars) or high entropy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HIGH SEVERITY</a:t>
            </a:r>
          </a:p>
          <a:p>
            <a:pPr>
              <a:defRPr sz="1500" b="1">
                <a:solidFill>
                  <a:srgbClr val="F8FAFC"/>
                </a:solidFill>
              </a:defRPr>
            </a:pPr>
            <a:r>
              <a:t>🔓 Cleartext Password Leaks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Flags unencrypted HTTP forms sending authentication credentials in the clear.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Architecture: Fast, Simple &amp; 100%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291840" cy="411480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FRONTEND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React 19 + Vite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Modern cybersecurity dark theme using Tailwind CSS and Lucide icons.</a:t>
            </a:r>
            <a:br/>
            <a:br/>
            <a:r>
              <a:t>• Sub-millisecond queries</a:t>
            </a:r>
            <a:br/>
            <a:r>
              <a:t>• 500MB upload support</a:t>
            </a:r>
            <a:br/>
            <a:r>
              <a:t>• Zero complex dependencies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BACKEND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Python FastAPI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Streaming packet parser using Scapy with asynchronous REST APIs.</a:t>
            </a:r>
            <a:br/>
            <a:br/>
            <a:r>
              <a:t>• Sub-millisecond queries</a:t>
            </a:r>
            <a:br/>
            <a:r>
              <a:t>• 500MB upload support</a:t>
            </a:r>
            <a:br/>
            <a:r>
              <a:t>• Zero complex dependencies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291840" cy="411480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DATABASE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Local SQLite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Zero Docker needed. All capture data stored locally in network_analysis.db.</a:t>
            </a:r>
            <a:br/>
            <a:br/>
            <a:r>
              <a:t>• Sub-millisecond queries</a:t>
            </a:r>
            <a:br/>
            <a:r>
              <a:t>• 500MB upload support</a:t>
            </a:r>
            <a:br/>
            <a:r>
              <a:t>• Zero complex dependencies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NETWORK PROTOCOL INSPECTOR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Ready for Review: All Deliverables Included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📄 1-Click PDF Report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Exports an executive audit report with capture stats and security findings ready for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🎓 Viva Cheat Sheet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Interactive TCP 3-way handshake diagram and 15+ curated viva exam questions with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🧪 8/8 Automated Tests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Comprehensive test suite covering endpoints, Scapy parsing, and security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151E32"/>
          </a:solidFill>
          <a:ln>
            <a:solidFill>
              <a:srgbClr val="26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⚡ 1-Click Demo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Pre-packaged multi-protocol capture with realistic scan patterns to test instantly.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