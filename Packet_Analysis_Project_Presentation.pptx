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ACADEMIC NETWORK SECURITY PROJECT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Packet Analysis of Common Network Protocols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A Modern Defensive Forensics &amp; Educational Network Traffic Analysis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327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Course: Ethical Hacking / Network Security Elective (B.E. / B.Tech CS)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Architecture: React 19 Frontend  •  Python FastAPI Backend  •  Local SQLite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PACKET ANALYSIS OF COMMON NETWORK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Why Build This? The Problem &amp; Our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The Challenge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Network security concepts are often taught purely through theory.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Traditional tools like Wireshark are powerful but have a steep learning curve.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Students struggle to connect raw packet hex bytes to real network behavior.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Hard to correlate multi-step port scans and cleartext credential risks manually.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2D3EE"/>
                </a:solidFill>
              </a:defRPr>
            </a:pPr>
            <a:r>
              <a:t>Our Defensive Solution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A clean, web-based dashboard that requires zero complex setup.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Upload any .pcap or .pcapng file (up to 500MB) or load the 1-click demo.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Visual breakdown of protocols from Layer 2 up to Layer 7.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Defensive-only: Explains what is happening without offensive attacks.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Educational Impact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Helps students prepare for lab exams and project viva presentations.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Provides contextual 'Why It Matters' explanations for every finding.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Generates downloadable PDF audit reports for submission.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Includes interactive TCP handshakes and viva Q&amp;A cheat 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PACKET ANALYSIS OF COMMON NETWORK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How It Works: End-to-End System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1. Ingestion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Upload .pcap / .pcapng</a:t>
            </a:r>
            <a:br/>
            <a:r>
              <a:t>(up to 500MB) or 1-click</a:t>
            </a:r>
            <a:br/>
            <a:r>
              <a:t>synthetic demo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2. Dissection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Scapy packet engine</a:t>
            </a:r>
            <a:br/>
            <a:r>
              <a:t>parses Ethernet, IP,</a:t>
            </a:r>
            <a:br/>
            <a:r>
              <a:t>TCP, UDP, DNS, TLS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3. Analytics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Computes 5-tuple flows,</a:t>
            </a:r>
            <a:br/>
            <a:r>
              <a:t>endpoints, port mapping</a:t>
            </a:r>
            <a:br/>
            <a:r>
              <a:t>&amp; size histograms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BBF24"/>
                </a:solidFill>
              </a:defRPr>
            </a:pPr>
            <a:r>
              <a:t>4. Security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8 heuristic rules flag</a:t>
            </a:r>
            <a:br/>
            <a:r>
              <a:t>scans, floods, cleartext</a:t>
            </a:r>
            <a:br/>
            <a:r>
              <a:t>&amp; DNS exfiltration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5. Local Storage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Zero Docker needed!</a:t>
            </a:r>
            <a:br/>
            <a:r>
              <a:t>Saves all results into</a:t>
            </a:r>
            <a:br/>
            <a:r>
              <a:t>local SQLite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6. Web Dashboard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Interactive charts,</a:t>
            </a:r>
            <a:br/>
            <a:r>
              <a:t>Wireshark-style table,</a:t>
            </a:r>
            <a:br/>
            <a:r>
              <a:t>and 1-click PDF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PACKET ANALYSIS OF COMMON NETWORK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Multi-Layer Protocol Support (L2 to L7)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Layer 2: Data Link  •  Ethernet II &amp; ARP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Extracts Source &amp; Destination MAC addresses, EtherType frame IDs, and ARP broadcast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Layer 3: Network  •  IPv4 &amp; IPv6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Analyzes Source/Destination IPs, TTL hop decay, header lengths, and RFC 1918 Private vs Public 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Layer 4: Transport  •  TCP, UDP, ICMP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Tracks TCP 3-way handshakes, sequence numbers, flag combinations (SYN, ACK, RST, FIN), and ICMP ping types.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BBF24"/>
                </a:solidFill>
              </a:defRPr>
            </a:pPr>
            <a:r>
              <a:t>Layer 7: Application  •  DNS, HTTP, TLS/HTTPS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Inspects DNS queries &amp; response codes, detects cleartext HTTP methods &amp; URIs, and parses TLS SNI domain names.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PACKET ANALYSIS OF COMMON NETWORK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Key Features: What You Can Do in the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📊 Operations Dashboard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High-level overview with total packets, bytes, unique IPs, protocol doughnut chart, and MTU packet size histogram.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🔍 Packet Explorer &amp; Inspector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Wireshark-style sortable table with instant search, protocol filters, collapsible layer tree, and hex preview.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💬 5-Tuple Conversations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Tracks bidirectional communication pairs (IP1 + Port1 &lt;-&gt; IP2 + Port2), bytes transferred, and session durations.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00400"/>
            <a:ext cx="52120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🌐 Endpoints &amp; Ports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Host directory showing who sent/received the most data, plus destination ports mapped to IANA services (DNS, HTTP, SSH).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🛡️ Defensive Security Insights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Automated anomaly detection: flags port scans, SYN floods, RST bursts, DNS tunneling, and cleartext credentials.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54880"/>
            <a:ext cx="52120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📄 Reports &amp; Viva Prep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1-click professional PDF audit report download, CSV/JSON data exports, and interactive viva Q&amp;A cheat sheets.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PACKET ANALYSIS OF COMMON NETWORK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Defensive Security Engine: Built-In Detection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[HIGH] SYN Port Scanning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Detects single host probing multiple distinct ports in short order.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Includes 'Why It Matters' &amp; remediation guidance for every alert.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[HIGH] SYN Flood / Half-Open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Detects elevated ratio of SYN requests without completing the 3-way handshake.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Includes 'Why It Matters' &amp; remediation guidance for every alert.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[MEDIUM] Elevated TCP Reset (RST)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Flags abnormal burst of RST packets indicating closed ports or firewall drops.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Includes 'Why It Matters' &amp; remediation guidance for every alert.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[MEDIUM] DNS Tunneling Heuristics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Identifies unusually long domain queries (&gt;45 chars) or high entropy subdomains.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Includes 'Why It Matters' &amp; remediation guidance for every alert.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[HIGH] Cleartext Credentials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Flags unencrypted HTTP forms sending passwords or sensitive auth headers.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Includes 'Why It Matters' &amp; remediation guidance for every alert.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[LOW] Uncommon Port Activity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Warns about traffic over high-risk or unusual administrative ports.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Includes 'Why It Matters' &amp; remediation guidance for every alert.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PACKET ANALYSIS OF COMMON NETWORK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Technology Stack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2D3EE"/>
                </a:solidFill>
              </a:defRPr>
            </a:pPr>
            <a:r>
              <a:t>Frontend (User Interface)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React 19 &amp; TypeScript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Vite 8 build system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Tailwind CSS (dark cybersecurity theme)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Lucide React vector icons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Zero heavy third-party UI templates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Backend (Analysis Engine)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Python 3.10 - 3.14 + FastAPI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Scapy for streaming PCAP dissection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Pydantic data validation schemas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ReportLab for PDF report compilation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Uvicorn asynchronous ASGI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Storage &amp; Deployment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Local SQLite database (network_analysis.db)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Zero Docker or external DB services needed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Sub-millisecond query responses &amp; pagination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Runs natively on Windows, Linux, and macOS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Automated one-click start script provided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PACKET ANALYSIS OF COMMON NETWORK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Summary &amp; Key Project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2D3EE"/>
                </a:solidFill>
              </a:defRPr>
            </a:pPr>
            <a:r>
              <a:t>✔  Real-World Relevance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Bridges academic networking theory (OSI model, handshakes) with real-world defensive Security Operations Center (SOC)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✔  Production Quality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Supports up to 500MB PCAP files with fast asynchronous parsing, responsive search, and clean error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2D3EE"/>
                </a:solidFill>
              </a:defRPr>
            </a:pPr>
            <a:r>
              <a:t>✔  Defensive &amp; Ethical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Strictly passive analysis: inspects captured packets without launching attacks or modifying network configurations.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✔  Ready for Review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Complete documentation, passing unit tests, viva Q&amp;A study guide, and professional PDF deliverable exports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